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112AC-A26B-8C10-E745-6C4F1EA0D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966D48-3AFF-365A-1EAB-327FC7E5C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FAB90D-C49E-6272-F6C8-8D3217B2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D28729-3A5F-3050-BBA6-3A694550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E00F1A-91E9-9CB0-FF9A-DC061532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63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3AAEC-CC14-D7FB-B093-4461AE17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BEAD93-D78D-16B5-2A1F-D79EC470F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A5433-A95B-0942-CEE6-45918B870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3EDABA-76CC-188F-EA57-9C9F4B8F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E3E4A-109B-BCE3-F5DB-D7C94B90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44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2AEBF2-DEE0-27EE-838D-872263C5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882E3A-3853-80D8-8AF5-7000C9CD1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BE9B74-7827-6314-61F2-7E23B4B2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B3403C-2D92-6B5A-20A2-0A081048B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85AB13-F0F7-8A38-5BF8-09ABFF30C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901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89C15-A428-E576-6662-600745AE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510BE9-8AEE-BFBA-D309-58B58227E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AFA329-6183-32E8-2A24-0B8A60EA5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A1F34E-2380-7647-197A-07952E24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24A031-30A4-2461-3019-D5D024DE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8DF0640-4C4A-4FFD-159A-81A1482D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011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94C549-D524-402E-9DF9-067E0FAD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CE4195-9449-2D7F-9CC7-B860B54D7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29B216-82A1-06FA-886F-1BC8E8FD2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AEF580E-C8CB-9371-A79C-064E8A4A44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2A6D60-70EC-EDD5-931F-86B88B6E78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816E217-2F91-1DCA-B5B8-3E5EE02B4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132B896-8195-7658-1D8B-5EA7D0B13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31DFBBC-3FEF-9EF6-BABE-B091F5B6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0680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10EE4-DD6A-F5EC-0665-10A841612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70646F-2988-1789-E760-EEA3A52B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EE6CCB8-41C2-49B7-6D40-B2205913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697E11-E28B-7BA4-45A1-CA56815A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76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75932C6-0FC5-94F2-A95E-F55BF91B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F1B0C5-27F1-7AF8-5A4F-C2D816131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718CBF-8131-1348-6BBB-8F8FF4DE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01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746E84-C405-EC96-09B1-D9D8FE28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20879F-D7AA-4281-70D8-F4FBFED94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ABFDE8-1F45-90D8-A04E-CCCA9BF60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A5B54D-649F-88E5-7795-D94B8CCB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38C94EE-D75A-9CF6-0E8B-4BC0F0B5A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E6C645-C4CE-B7B8-7C44-53953061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91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881E3F-EF2C-E2E5-C7D2-F1CF85349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37F9DF-66DD-7412-D27D-42BC62EA5A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B90C0B-BDBF-CB83-D952-2CD6BFAEF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E518AC-C17A-D682-9B43-D0843E06D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BEEF3D-92B7-1545-0B0F-C405058D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AF2981-595A-44C0-634F-7BB6FAA0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830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ABCFB-49F7-98DC-11BA-B7855A4FC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4910C74-C7D9-7025-15FD-984D9B143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7AFE04-6888-0F4F-45B6-0EAA9B2FE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F1D725-DC67-6930-9771-8A397C1B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F8B21C-EFE8-05ED-BAD9-D495BBFA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48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E55E522-D05A-E33C-B3DE-FCD66CFB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3C1A61-BB2F-D0F6-50E8-822B4B73C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60D162-6F54-1C44-3D16-EFE38477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86C728-E065-4520-FFF4-BF702862B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3F0B0F-A8F7-6E1F-E11D-454152B0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91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0828D-EEDB-BEAB-8EC8-FD9BFBA3C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49E082-3470-C008-E332-4330B46DC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56B35F-035E-E25F-F51D-A65F2F174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CF31A-AC97-4519-8E8E-41EB07AB10AE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04C1D5-320E-82EC-8B5F-80A196763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5F9D17-F58B-112D-6DA0-064ED6B13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8CAB9F-4FA7-4182-A572-C88846DC68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69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04E9F-6F72-D145-3D59-DD631AF7B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Консольный морской бой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1614A0-208F-290A-CB2B-57EB1E0F96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09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E01367-8150-BD99-F2A6-D6808DB80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Main.cpp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D3A02A-3EA1-98AF-0313-905430D0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7087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Main.cpp</a:t>
            </a:r>
            <a:r>
              <a:rPr lang="ru-RU" dirty="0"/>
              <a:t> запускается сама игра</a:t>
            </a:r>
          </a:p>
          <a:p>
            <a:r>
              <a:rPr lang="ru-RU" dirty="0"/>
              <a:t>Создаётся 2 объекта класса </a:t>
            </a:r>
            <a:r>
              <a:rPr lang="en-US" dirty="0"/>
              <a:t>Game</a:t>
            </a:r>
            <a:endParaRPr lang="ru-RU" dirty="0"/>
          </a:p>
          <a:p>
            <a:r>
              <a:rPr lang="ru-RU" dirty="0"/>
              <a:t>Далее выбирается режим игры</a:t>
            </a:r>
          </a:p>
          <a:p>
            <a:r>
              <a:rPr lang="ru-RU" dirty="0"/>
              <a:t>Запускается функция размещения кораблей</a:t>
            </a:r>
          </a:p>
          <a:p>
            <a:r>
              <a:rPr lang="ru-RU" dirty="0"/>
              <a:t>Запускается цикл, пока у всех игроков есть корабли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B4825E-0AFA-A6B1-9567-631DFF155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201" y="0"/>
            <a:ext cx="34049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66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1A3D6A-8BFE-6100-2E52-C3D370E35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Game.h</a:t>
            </a: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49921F6-90CC-9033-F40C-B2BC48C6D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7087" cy="4351338"/>
          </a:xfrm>
        </p:spPr>
        <p:txBody>
          <a:bodyPr>
            <a:normAutofit/>
          </a:bodyPr>
          <a:lstStyle/>
          <a:p>
            <a:r>
              <a:rPr lang="ru-RU" dirty="0"/>
              <a:t>В этом файле прописано всё, что используется в программе:</a:t>
            </a:r>
          </a:p>
          <a:p>
            <a:r>
              <a:rPr lang="ru-RU" dirty="0"/>
              <a:t>Класс, в котором создаются 2 пустых поля</a:t>
            </a:r>
          </a:p>
          <a:p>
            <a:r>
              <a:rPr lang="ru-RU" dirty="0"/>
              <a:t>Написаны названия всех функций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6B91680-7AAF-4189-EE38-FC4E79C6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296" y="1690688"/>
            <a:ext cx="4224504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78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97A271-3A35-5BA5-EE1D-3972CA77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Game.cpp</a:t>
            </a:r>
            <a:endParaRPr lang="ru-RU"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8401F54-50EB-7764-3442-EF530B1C0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90159" cy="4351338"/>
          </a:xfrm>
        </p:spPr>
        <p:txBody>
          <a:bodyPr>
            <a:normAutofit/>
          </a:bodyPr>
          <a:lstStyle/>
          <a:p>
            <a:r>
              <a:rPr lang="ru-RU" dirty="0"/>
              <a:t>Конструктор класса, в котором создаются 2 пустых поля</a:t>
            </a:r>
          </a:p>
          <a:p>
            <a:r>
              <a:rPr lang="ru-RU" dirty="0"/>
              <a:t>Функция показа полей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1EFB59F-98D9-C268-6E39-D9B99647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359" y="1767369"/>
            <a:ext cx="6563641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204C3-E5ED-8797-9807-C96508358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атаки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C037D99-EE1E-A322-EF91-B2DE9F4D10E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9015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Функция принимает ссылку на врага, просит ввести координаты, куда стрелять, после чего она проверяет попадание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872550-7175-C35B-2CB0-72F5AA9B7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46" y="1690688"/>
            <a:ext cx="4686954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6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91863-471B-3521-3049-5E53F174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поля при размещении кораблей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2660FE9-F8EA-27D3-326D-EAAB9CCC01D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9015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Функция вызывается при размещении кораблей на поле 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CBD8DB8-8F1E-788C-0EAB-EA11B7726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702" y="2094160"/>
            <a:ext cx="4667812" cy="244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464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E9852A-9AA8-6CFF-FE5A-E9790528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Размещение кораблей состоит из 3 функций: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30512F7-790F-3EF5-278C-BBF29CD7061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9015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1) </a:t>
            </a:r>
            <a:r>
              <a:rPr lang="en-US" dirty="0"/>
              <a:t>Placement. </a:t>
            </a:r>
            <a:r>
              <a:rPr lang="ru-RU" dirty="0"/>
              <a:t>Тут сначала вызывается показ поля, после чего в </a:t>
            </a:r>
            <a:r>
              <a:rPr lang="en-US" dirty="0" err="1"/>
              <a:t>SetShip</a:t>
            </a:r>
            <a:r>
              <a:rPr lang="en-US" dirty="0"/>
              <a:t> </a:t>
            </a:r>
            <a:r>
              <a:rPr lang="ru-RU" dirty="0"/>
              <a:t>передаётся значение корабля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AF5398-E97F-EA3A-D948-024B7B6BE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076" y="1762792"/>
            <a:ext cx="2610214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6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F135C6-087F-7972-8154-449BC66A8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99356E-9DEF-73A3-0660-3F8FEACCA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958" y="1690688"/>
            <a:ext cx="5968842" cy="5167312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23F765C2-E976-9401-9918-D1E5580741C4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45467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2) </a:t>
            </a:r>
            <a:r>
              <a:rPr lang="en-US" dirty="0" err="1"/>
              <a:t>SetShip</a:t>
            </a:r>
            <a:r>
              <a:rPr lang="ru-RU" dirty="0"/>
              <a:t> принимает размер </a:t>
            </a:r>
            <a:r>
              <a:rPr lang="ru-RU" dirty="0" err="1"/>
              <a:t>корабляи</a:t>
            </a:r>
            <a:r>
              <a:rPr lang="ru-RU" dirty="0"/>
              <a:t> его название, после чего просит ввести координаты размещения. Если корабль больше 1 однопалубного, то просит ввести ориентацию в пространстве.</a:t>
            </a:r>
          </a:p>
          <a:p>
            <a:pPr marL="0" indent="0">
              <a:buNone/>
            </a:pPr>
            <a:r>
              <a:rPr lang="ru-RU" dirty="0"/>
              <a:t>После этого, вызывается функция </a:t>
            </a:r>
            <a:r>
              <a:rPr lang="en-US" dirty="0" err="1"/>
              <a:t>CanPlace</a:t>
            </a:r>
            <a:r>
              <a:rPr lang="ru-RU" dirty="0"/>
              <a:t>, которая проверяет возможность размещения,  если всё хорошо, то корабль размещается</a:t>
            </a:r>
          </a:p>
        </p:txBody>
      </p:sp>
    </p:spTree>
    <p:extLst>
      <p:ext uri="{BB962C8B-B14F-4D97-AF65-F5344CB8AC3E}">
        <p14:creationId xmlns:p14="http://schemas.microsoft.com/office/powerpoint/2010/main" val="846613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EF389-9CB6-DDC2-3835-84D1AD95D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F1FF6EC-2C19-E121-EF76-EA28D4EA9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731" y="1690688"/>
            <a:ext cx="5495069" cy="4655791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20A7E85-E315-528A-86E5-F0A64B5EB549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5020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3) </a:t>
            </a:r>
            <a:r>
              <a:rPr lang="en-US" dirty="0" err="1"/>
              <a:t>CanPlace</a:t>
            </a:r>
            <a:r>
              <a:rPr lang="ru-RU" dirty="0"/>
              <a:t> принимает координаты, размер корабля и его направление.</a:t>
            </a:r>
          </a:p>
          <a:p>
            <a:pPr marL="0" indent="0">
              <a:buNone/>
            </a:pPr>
            <a:r>
              <a:rPr lang="ru-RU" dirty="0"/>
              <a:t>После, она проверяет, чтобы корабль не выходил за пределы, а также, чтобы не стоял вплотную к другим кораблям</a:t>
            </a:r>
          </a:p>
        </p:txBody>
      </p:sp>
    </p:spTree>
    <p:extLst>
      <p:ext uri="{BB962C8B-B14F-4D97-AF65-F5344CB8AC3E}">
        <p14:creationId xmlns:p14="http://schemas.microsoft.com/office/powerpoint/2010/main" val="3836572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CC1FE-9F72-F1E0-4E16-F6BFF307B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на конец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256B162-AC3E-4749-D82E-36881F6A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772" y="2080527"/>
            <a:ext cx="4594795" cy="2696945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DB12A981-7844-0235-7281-905C0C835976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50205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/>
              <a:t>IsAlive</a:t>
            </a:r>
            <a:r>
              <a:rPr lang="en-US" dirty="0"/>
              <a:t> </a:t>
            </a:r>
            <a:r>
              <a:rPr lang="ru-RU" dirty="0"/>
              <a:t>проверяет, чтобы на полях был хотя бы 1корабль. Пока корабли есть, игра продолжается</a:t>
            </a:r>
          </a:p>
        </p:txBody>
      </p:sp>
    </p:spTree>
    <p:extLst>
      <p:ext uri="{BB962C8B-B14F-4D97-AF65-F5344CB8AC3E}">
        <p14:creationId xmlns:p14="http://schemas.microsoft.com/office/powerpoint/2010/main" val="3775006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FFCF8-666C-36FA-70A4-C08F42E9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184577" cy="1325563"/>
          </a:xfrm>
        </p:spPr>
        <p:txBody>
          <a:bodyPr/>
          <a:lstStyle/>
          <a:p>
            <a:r>
              <a:rPr lang="ru-RU" dirty="0"/>
              <a:t>Бот: размещение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A18B51-0B4A-6DCD-7EC9-625C0E378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78" y="1"/>
            <a:ext cx="7169222" cy="6858000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4CB54D2B-536B-3280-271B-8BA126FDA795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41845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Бот размещает корабли по 1 из 10 шаблонов, который выбирается на рандом</a:t>
            </a:r>
          </a:p>
        </p:txBody>
      </p:sp>
    </p:spTree>
    <p:extLst>
      <p:ext uri="{BB962C8B-B14F-4D97-AF65-F5344CB8AC3E}">
        <p14:creationId xmlns:p14="http://schemas.microsoft.com/office/powerpoint/2010/main" val="1875805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12A5C-128C-BD99-A37E-16A6AD04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149577" cy="1325563"/>
          </a:xfrm>
        </p:spPr>
        <p:txBody>
          <a:bodyPr/>
          <a:lstStyle/>
          <a:p>
            <a:r>
              <a:rPr lang="ru-RU" dirty="0"/>
              <a:t>Бот: атака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016330-95AE-FE97-EA3C-98D70F2FB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980" y="0"/>
            <a:ext cx="5608020" cy="6858000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A6F7E562-6CC7-3B65-8A6A-87AD3184C1F4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41845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 момент атаки, бот проходится по всему полю и ищет на поле уже найденный корабль. Если корабль есть и на клетке впереди тоже есть корабль, то он проверяет клетку позади и стреляет в неё, если она неизвестна. Такая же логика работает на выстрел вперёд</a:t>
            </a:r>
          </a:p>
        </p:txBody>
      </p:sp>
    </p:spTree>
    <p:extLst>
      <p:ext uri="{BB962C8B-B14F-4D97-AF65-F5344CB8AC3E}">
        <p14:creationId xmlns:p14="http://schemas.microsoft.com/office/powerpoint/2010/main" val="3093490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DC8D7-3A21-D7DF-F923-620B5885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35440" cy="1325563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A59545-2484-C6F0-43B9-CA0D8214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227" y="1"/>
            <a:ext cx="4460773" cy="6858000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F515A282-EE69-ABF3-D756-CC24E165A5EE}"/>
              </a:ext>
            </a:extLst>
          </p:cNvPr>
          <p:cNvSpPr txBox="1">
            <a:spLocks/>
          </p:cNvSpPr>
          <p:nvPr/>
        </p:nvSpPr>
        <p:spPr>
          <a:xfrm>
            <a:off x="838201" y="1825625"/>
            <a:ext cx="41845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Если бот нашёл корабль, но вокруг него нет продолжения корабля, то он проверять на рандом 4 стороны. Если бот видит, что на полк вообще нет найденных кораблей, то он стреляет на рандом</a:t>
            </a:r>
          </a:p>
        </p:txBody>
      </p:sp>
    </p:spTree>
    <p:extLst>
      <p:ext uri="{BB962C8B-B14F-4D97-AF65-F5344CB8AC3E}">
        <p14:creationId xmlns:p14="http://schemas.microsoft.com/office/powerpoint/2010/main" val="35164863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339</Words>
  <Application>Microsoft Office PowerPoint</Application>
  <PresentationFormat>Широкоэкранный</PresentationFormat>
  <Paragraphs>31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Тема Office</vt:lpstr>
      <vt:lpstr>Консольный морской бой</vt:lpstr>
      <vt:lpstr>Main.cpp</vt:lpstr>
      <vt:lpstr>Game.h</vt:lpstr>
      <vt:lpstr>Game.cpp</vt:lpstr>
      <vt:lpstr>Функция атаки</vt:lpstr>
      <vt:lpstr>Вывод поля при размещении кораблей</vt:lpstr>
      <vt:lpstr>Размещение кораблей состоит из 3 функций:</vt:lpstr>
      <vt:lpstr>Презентация PowerPoint</vt:lpstr>
      <vt:lpstr>Презентация PowerPoint</vt:lpstr>
      <vt:lpstr>Проверка на конец</vt:lpstr>
      <vt:lpstr>Бот: размещение</vt:lpstr>
      <vt:lpstr>Бот: атака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Корнеев Вадим</dc:creator>
  <cp:lastModifiedBy>Корнеев Вадим</cp:lastModifiedBy>
  <cp:revision>1</cp:revision>
  <dcterms:created xsi:type="dcterms:W3CDTF">2026-04-02T06:21:52Z</dcterms:created>
  <dcterms:modified xsi:type="dcterms:W3CDTF">2026-04-02T07:32:39Z</dcterms:modified>
</cp:coreProperties>
</file>